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</c:v>
                </c:pt>
              </c:strCache>
            </c:strRef>
          </c:tx>
          <c:spPr>
            <a:solidFill>
              <a:srgbClr val="EF4444"/>
            </a:solidFill>
            <a:ln w="381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5000</c:v>
                </c:pt>
                <c:pt idx="1">
                  <c:v>8500</c:v>
                </c:pt>
                <c:pt idx="2">
                  <c:v>14200</c:v>
                </c:pt>
                <c:pt idx="3">
                  <c:v>23500</c:v>
                </c:pt>
                <c:pt idx="4">
                  <c:v>38000</c:v>
                </c:pt>
                <c:pt idx="5">
                  <c:v>62000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 %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C5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Routing</c:v>
                  </c:pt>
                  <c:pt idx="1">
                    <c:v>Caching</c:v>
                  </c:pt>
                  <c:pt idx="2">
                    <c:v>Compression</c:v>
                  </c:pt>
                  <c:pt idx="3">
                    <c:v>Batching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25</c:v>
                </c:pt>
                <c:pt idx="2">
                  <c:v>20</c:v>
                </c:pt>
                <c:pt idx="3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C5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22C55E"/>
            </a:solidFill>
            <a:ln w="508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C5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</c:v>
                </c:pt>
                <c:pt idx="1">
                  <c:v>15.2</c:v>
                </c:pt>
                <c:pt idx="2">
                  <c:v>58.5</c:v>
                </c:pt>
                <c:pt idx="3">
                  <c:v>185.3</c:v>
                </c:pt>
                <c:pt idx="4">
                  <c:v>727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2C5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InferenceIQ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AI Inference Costs 40-95%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Drew Hutton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Product Manager, ex-AWS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spending growing exponentially but invisible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cost visibility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with single LLM providers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API calls and inefficient routing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batching or caching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347472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280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Trend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120640" y="1737360"/>
          <a:ext cx="3291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InferenceIQ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drop-in replacement (2-line code change)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92024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 cheapest 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645920"/>
            <a:ext cx="192024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similar requests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192024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tokens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1645920"/>
            <a:ext cx="1920240" cy="292608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011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9260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non-urgent calls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Real-time Dashboard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[Dashboard Screenshot]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Per-request savings ledger, cost reduction %, model distribution, real-time tracking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Multi-Provider Routing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474720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$0.001-0.03/1K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GPT-4, 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$0.003-0.024/1K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$0.00025-0.005/1K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&lt;$0.0005/1K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LLaMA, Mistral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$0.0001-0.001/1K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828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inference market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1188720"/>
            <a:ext cx="1828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0175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29260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growth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188720"/>
            <a:ext cx="1828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3035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29260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segment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188720"/>
            <a:ext cx="1828800" cy="320040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5895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+ Savings Share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$499/mo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$1,499/mo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256032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$4,999/mo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83464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5-15% of savings generated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Product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inferenceiq.onrender.com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 Package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inferenceiq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REST endpoints, FastAPI 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Google, Groq, DeepSeek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384048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Savings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846320" y="192024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4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Drew Hutton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 Product Manager, AWS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cost optimization initiatives across EC2, RDS, Lambda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products used by 100K+ enterprises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in cloud infrastructure and cost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3474720"/>
          </a:xfrm>
          <a:prstGeom prst="rect">
            <a:avLst/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463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Round: $2.5M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- Engineering &amp; Product Development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- Sales &amp; Marketing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- Infrastructure &amp; Operations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- Working Capital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</a:t>
            </a:r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inferenceiq.onrender.com
</a:t>
            </a:r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</a:t>
            </a:r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inferenceiq-api.onrender.com
</a:t>
            </a:r>
            <a:pPr algn="l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Package: </a:t>
            </a:r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inferenceiq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InferenceIQ Pitch Deck</dc:title>
  <dc:subject>PptxGenJS Presentation</dc:subject>
  <dc:creator>InferenceIQ</dc:creator>
  <cp:lastModifiedBy>InferenceIQ</cp:lastModifiedBy>
  <cp:revision>1</cp:revision>
  <dcterms:created xsi:type="dcterms:W3CDTF">2026-03-07T19:40:02Z</dcterms:created>
  <dcterms:modified xsi:type="dcterms:W3CDTF">2026-03-07T19:40:02Z</dcterms:modified>
</cp:coreProperties>
</file>